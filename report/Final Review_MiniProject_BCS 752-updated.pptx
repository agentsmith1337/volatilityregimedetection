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9" r:id="rId2"/>
    <p:sldId id="256" r:id="rId3"/>
    <p:sldId id="260" r:id="rId4"/>
    <p:sldId id="261" r:id="rId5"/>
    <p:sldId id="270" r:id="rId6"/>
    <p:sldId id="262" r:id="rId7"/>
    <p:sldId id="263" r:id="rId8"/>
    <p:sldId id="265" r:id="rId9"/>
    <p:sldId id="271" r:id="rId10"/>
    <p:sldId id="272" r:id="rId11"/>
    <p:sldId id="267" r:id="rId12"/>
    <p:sldId id="266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93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E72CF-FC11-4315-8C4E-40FCEA45108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B4349-B94C-4575-AEF9-114A6A540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8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B4349-B94C-4575-AEF9-114A6A540A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2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57414" y="0"/>
            <a:ext cx="16029940" cy="1522730"/>
          </a:xfrm>
          <a:custGeom>
            <a:avLst/>
            <a:gdLst/>
            <a:ahLst/>
            <a:cxnLst/>
            <a:rect l="l" t="t" r="r" b="b"/>
            <a:pathLst>
              <a:path w="16029940" h="1522730">
                <a:moveTo>
                  <a:pt x="16029377" y="1522536"/>
                </a:moveTo>
                <a:lnTo>
                  <a:pt x="0" y="1522536"/>
                </a:lnTo>
                <a:lnTo>
                  <a:pt x="0" y="0"/>
                </a:lnTo>
                <a:lnTo>
                  <a:pt x="16029377" y="0"/>
                </a:lnTo>
                <a:lnTo>
                  <a:pt x="16029377" y="1522536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57414" y="0"/>
            <a:ext cx="16029940" cy="1522730"/>
          </a:xfrm>
          <a:custGeom>
            <a:avLst/>
            <a:gdLst/>
            <a:ahLst/>
            <a:cxnLst/>
            <a:rect l="l" t="t" r="r" b="b"/>
            <a:pathLst>
              <a:path w="16029940" h="1522730">
                <a:moveTo>
                  <a:pt x="16029377" y="1522536"/>
                </a:moveTo>
                <a:lnTo>
                  <a:pt x="0" y="1522536"/>
                </a:lnTo>
                <a:lnTo>
                  <a:pt x="0" y="0"/>
                </a:lnTo>
                <a:lnTo>
                  <a:pt x="16029377" y="0"/>
                </a:lnTo>
                <a:lnTo>
                  <a:pt x="16029377" y="1522536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7696" y="-58835"/>
            <a:ext cx="11050269" cy="96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588" y="1775088"/>
            <a:ext cx="16887607" cy="7296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60128" y="9716549"/>
            <a:ext cx="428498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604078" y="9716549"/>
            <a:ext cx="4430394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GC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8788"/>
            <a:ext cx="1783080" cy="15892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183981"/>
            <a:ext cx="1600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Galgotias</a:t>
            </a:r>
            <a:r>
              <a:rPr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 &amp; Technology, </a:t>
            </a:r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Greater Noida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60319" y="1645920"/>
            <a:ext cx="13143506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3600" b="1"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Presentation</a:t>
            </a:r>
          </a:p>
          <a:p>
            <a:pPr algn="ctr">
              <a:defRPr sz="2000"/>
            </a:pP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or Internship Assessment (BCS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752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defRPr sz="2000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Title: ______________________________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Team Members: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 Name – Roll No.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Name – Roll No.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 Name – Roll No.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4. Name – Roll No.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Guide: ______________________________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  <a:b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 202</a:t>
            </a:r>
            <a:r>
              <a:rPr lang="en-US"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–2</a:t>
            </a:r>
            <a:r>
              <a:rPr lang="en-US"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3000" b="1" dirty="0">
                <a:solidFill>
                  <a:srgbClr val="0033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(ODD SEM)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C452A46-BFC2-07A6-E2AD-79F3AC086508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C22FB90F-9228-AB81-4F93-2FFCCBED53D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4AC1FDB-7B49-1E36-3697-2D52473A5D3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05000" y="0"/>
            <a:ext cx="16383000" cy="1550035"/>
          </a:xfrm>
          <a:custGeom>
            <a:avLst/>
            <a:gdLst/>
            <a:ahLst/>
            <a:cxnLst/>
            <a:rect l="l" t="t" r="r" b="b"/>
            <a:pathLst>
              <a:path w="16029940" h="1550035">
                <a:moveTo>
                  <a:pt x="16029378" y="1549668"/>
                </a:moveTo>
                <a:lnTo>
                  <a:pt x="0" y="1549668"/>
                </a:lnTo>
                <a:lnTo>
                  <a:pt x="0" y="0"/>
                </a:lnTo>
                <a:lnTo>
                  <a:pt x="16029378" y="0"/>
                </a:lnTo>
                <a:lnTo>
                  <a:pt x="16029378" y="1549668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7696" y="-58835"/>
            <a:ext cx="11050269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6170">
              <a:lnSpc>
                <a:spcPct val="100000"/>
              </a:lnSpc>
              <a:spcBef>
                <a:spcPts val="100"/>
              </a:spcBef>
            </a:pPr>
            <a:r>
              <a:rPr sz="5900" b="1" dirty="0">
                <a:solidFill>
                  <a:srgbClr val="FFFFFF"/>
                </a:solidFill>
                <a:latin typeface="Times New Roman"/>
                <a:cs typeface="Times New Roman"/>
              </a:rPr>
              <a:t>Mini</a:t>
            </a:r>
            <a:r>
              <a:rPr sz="5900" b="1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900" b="1" dirty="0">
                <a:solidFill>
                  <a:srgbClr val="FFFFFF"/>
                </a:solidFill>
                <a:latin typeface="Times New Roman"/>
                <a:cs typeface="Times New Roman"/>
              </a:rPr>
              <a:t>Project</a:t>
            </a:r>
            <a:r>
              <a:rPr sz="59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5900" b="1" dirty="0">
                <a:solidFill>
                  <a:srgbClr val="FFFFFF"/>
                </a:solidFill>
                <a:latin typeface="Times New Roman"/>
                <a:cs typeface="Times New Roman"/>
              </a:rPr>
              <a:t>(BCS-</a:t>
            </a:r>
            <a:r>
              <a:rPr sz="59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5900" b="1" spc="-20" dirty="0">
                <a:solidFill>
                  <a:srgbClr val="FFFFFF"/>
                </a:solidFill>
              </a:rPr>
              <a:t>752</a:t>
            </a:r>
            <a:r>
              <a:rPr sz="59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59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63E705-475A-4A28-B74B-2537DC23B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0A15D1-8A58-828C-713A-459E3A6BBC3C}"/>
              </a:ext>
            </a:extLst>
          </p:cNvPr>
          <p:cNvSpPr txBox="1"/>
          <p:nvPr/>
        </p:nvSpPr>
        <p:spPr>
          <a:xfrm>
            <a:off x="914400" y="2247900"/>
            <a:ext cx="17145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endParaRPr lang="en-IN" sz="3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Contents</a:t>
            </a:r>
            <a:endParaRPr lang="en-IN" sz="3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Formulation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Methodology/ Proposed Architecture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Result/ Discussion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Conclusion/ Future Work</a:t>
            </a:r>
            <a:endParaRPr lang="en-IN" sz="3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D715A354-39FA-8E7D-8DD1-7D96673BBE0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59E6CD0C-B61D-FE5A-F83C-AD994CC9B0A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3400" y="299902"/>
            <a:ext cx="1105026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b="1" spc="-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pc="-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90800" y="2024662"/>
            <a:ext cx="13207165" cy="7026282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50"/>
              </a:spcBef>
            </a:pPr>
            <a:endParaRPr lang="en-IN" sz="3200" b="1" dirty="0">
              <a:latin typeface="+mj-lt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+mj-lt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lang="en-IN" sz="2500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endParaRPr sz="2500" dirty="0">
              <a:latin typeface="Arial Black"/>
              <a:cs typeface="Arial Black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5FC49E2-503E-4576-07BB-DB328AC42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CF64ACDA-4550-E565-C960-A58B600485E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0521EA69-4D49-098E-15D0-7F1DE03EC6A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154758"/>
            <a:ext cx="11050269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1605">
              <a:lnSpc>
                <a:spcPct val="100000"/>
              </a:lnSpc>
              <a:spcBef>
                <a:spcPts val="100"/>
              </a:spcBef>
            </a:pPr>
            <a:r>
              <a:rPr lang="en-US" b="1" spc="-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spc="-4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815FB0D-7923-1AEB-B310-69B20D8EE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7400" y="1775088"/>
            <a:ext cx="13740565" cy="553998"/>
          </a:xfrm>
        </p:spPr>
        <p:txBody>
          <a:bodyPr/>
          <a:lstStyle/>
          <a:p>
            <a:endParaRPr lang="en-IN" sz="3600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65AD2EF-A151-1998-E75B-BA7DC1AC6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FE351054-43B4-F00C-67B3-B2DCA1BD3D7D}"/>
              </a:ext>
            </a:extLst>
          </p:cNvPr>
          <p:cNvSpPr txBox="1">
            <a:spLocks/>
          </p:cNvSpPr>
          <p:nvPr/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2026-</a:t>
            </a:r>
            <a:r>
              <a:rPr lang="en-US" spc="-25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US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4E6DD0C8-B6DA-5C13-7FBB-19B0FEFB00A8}"/>
              </a:ext>
            </a:extLst>
          </p:cNvPr>
          <p:cNvSpPr txBox="1">
            <a:spLocks/>
          </p:cNvSpPr>
          <p:nvPr/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lang="en-US" spc="-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>
                <a:latin typeface="Times New Roman" panose="02020603050405020304" pitchFamily="18" charset="0"/>
                <a:cs typeface="Times New Roman" panose="02020603050405020304" pitchFamily="18" charset="0"/>
              </a:rPr>
              <a:t>752)</a:t>
            </a: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DB843-9DA1-FA07-3A7C-BFA7FB7B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7CF8EFD-2C71-EF55-2729-45CE76CCE61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86388FD-47E3-86B3-77A5-F43506D57E9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453AB688-FFDF-14F6-E83F-2DA5AB0DFFA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267200" y="199363"/>
            <a:ext cx="12368212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1320" algn="l">
              <a:lnSpc>
                <a:spcPct val="100000"/>
              </a:lnSpc>
              <a:spcBef>
                <a:spcPts val="100"/>
              </a:spcBef>
            </a:pPr>
            <a:r>
              <a:rPr lang="en-US" b="1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spc="-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E6BB011-1915-705C-80BE-3B1B7D9EF0E1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847859D-8FAF-EE42-8FC9-74CFE95D3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bject 8">
            <a:extLst>
              <a:ext uri="{FF2B5EF4-FFF2-40B4-BE49-F238E27FC236}">
                <a16:creationId xmlns:a16="http://schemas.microsoft.com/office/drawing/2014/main" id="{D5ECD7B6-9027-6CB9-67CE-17D9117D5D6B}"/>
              </a:ext>
            </a:extLst>
          </p:cNvPr>
          <p:cNvSpPr txBox="1">
            <a:spLocks/>
          </p:cNvSpPr>
          <p:nvPr/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2026-</a:t>
            </a:r>
            <a:r>
              <a:rPr lang="en-US" spc="-25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US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EC494FCD-E330-BD47-2BD9-84D599690D34}"/>
              </a:ext>
            </a:extLst>
          </p:cNvPr>
          <p:cNvSpPr txBox="1">
            <a:spLocks/>
          </p:cNvSpPr>
          <p:nvPr/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lang="en-US" spc="-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>
                <a:latin typeface="Times New Roman" panose="02020603050405020304" pitchFamily="18" charset="0"/>
                <a:cs typeface="Times New Roman" panose="02020603050405020304" pitchFamily="18" charset="0"/>
              </a:rPr>
              <a:t>752)</a:t>
            </a: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54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4267200" y="199363"/>
            <a:ext cx="12368212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1320" algn="l">
              <a:lnSpc>
                <a:spcPct val="100000"/>
              </a:lnSpc>
              <a:spcBef>
                <a:spcPts val="100"/>
              </a:spcBef>
            </a:pPr>
            <a:r>
              <a:rPr lang="en-US" b="1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pc="-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2ADEF76-75E2-76E2-32A2-E7B91005F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9F685E41-E082-8C68-ACC6-65EE58C46638}"/>
              </a:ext>
            </a:extLst>
          </p:cNvPr>
          <p:cNvSpPr txBox="1">
            <a:spLocks/>
          </p:cNvSpPr>
          <p:nvPr/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2026-</a:t>
            </a:r>
            <a:r>
              <a:rPr lang="en-US" spc="-25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US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3697FEA3-3DAE-F3AE-6EC8-C1D2C2766002}"/>
              </a:ext>
            </a:extLst>
          </p:cNvPr>
          <p:cNvSpPr txBox="1">
            <a:spLocks/>
          </p:cNvSpPr>
          <p:nvPr/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lang="en-US" spc="-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>
                <a:latin typeface="Times New Roman" panose="02020603050405020304" pitchFamily="18" charset="0"/>
                <a:cs typeface="Times New Roman" panose="02020603050405020304" pitchFamily="18" charset="0"/>
              </a:rPr>
              <a:t>752)</a:t>
            </a: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839" y="121610"/>
            <a:ext cx="1752600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1610" algn="ctr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rgbClr val="FFFFFF"/>
                </a:solidFill>
              </a:rPr>
              <a:t>Methodology/ System Design/ Architecture</a:t>
            </a:r>
            <a:endParaRPr b="1" spc="-4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/>
              <a:t>Mini</a:t>
            </a:r>
            <a:r>
              <a:rPr spc="-90" dirty="0"/>
              <a:t> </a:t>
            </a:r>
            <a:r>
              <a:rPr dirty="0"/>
              <a:t>Project</a:t>
            </a:r>
            <a:r>
              <a:rPr spc="-85" dirty="0"/>
              <a:t> </a:t>
            </a:r>
            <a:r>
              <a:rPr dirty="0"/>
              <a:t>(BCS-</a:t>
            </a:r>
            <a:r>
              <a:rPr spc="-20" dirty="0"/>
              <a:t>554)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/>
              <a:t>ODD</a:t>
            </a:r>
            <a:r>
              <a:rPr spc="-35" dirty="0"/>
              <a:t> </a:t>
            </a:r>
            <a:r>
              <a:rPr dirty="0"/>
              <a:t>Semester</a:t>
            </a:r>
            <a:r>
              <a:rPr spc="-35" dirty="0"/>
              <a:t> </a:t>
            </a:r>
            <a:r>
              <a:rPr dirty="0"/>
              <a:t>2025-</a:t>
            </a:r>
            <a:r>
              <a:rPr spc="-25" dirty="0"/>
              <a:t>26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5E43053-2534-3E16-CF4B-1392B1AA4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C2F67667-8143-474C-6063-8DE21E5E601D}"/>
              </a:ext>
            </a:extLst>
          </p:cNvPr>
          <p:cNvSpPr txBox="1">
            <a:spLocks/>
          </p:cNvSpPr>
          <p:nvPr/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en-US" spc="-3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2026-</a:t>
            </a:r>
            <a:r>
              <a:rPr lang="en-US" spc="-25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en-US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9970E07E-367F-067E-163A-259E40596D40}"/>
              </a:ext>
            </a:extLst>
          </p:cNvPr>
          <p:cNvSpPr txBox="1">
            <a:spLocks/>
          </p:cNvSpPr>
          <p:nvPr/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3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3520"/>
              </a:lnSpc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lang="en-US" spc="-9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pc="-8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>
                <a:latin typeface="Times New Roman" panose="02020603050405020304" pitchFamily="18" charset="0"/>
                <a:cs typeface="Times New Roman" panose="02020603050405020304" pitchFamily="18" charset="0"/>
              </a:rPr>
              <a:t>752)</a:t>
            </a:r>
            <a:endParaRPr lang="en-US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 algn="l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</a:t>
            </a:r>
            <a:r>
              <a:rPr lang="en-US" b="1" spc="-10" dirty="0">
                <a:solidFill>
                  <a:srgbClr val="FFFFFF"/>
                </a:solidFill>
              </a:rPr>
              <a:t>Implementation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87973EE-E955-9D6D-2764-0976B05B5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9EE0FD8D-48FE-4017-4E41-0E92C9D6ABA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10C4B4-6965-CD16-7644-E535612B912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8BEC-1BB8-FD24-5A97-13AFA4B70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2B3A6A-E40E-0FA5-868B-6B9A182DD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9400" y="232584"/>
            <a:ext cx="11050269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 algn="l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</a:t>
            </a:r>
            <a:r>
              <a:rPr lang="en-US" b="1" spc="-10" dirty="0">
                <a:solidFill>
                  <a:srgbClr val="FFFFFF"/>
                </a:solidFill>
              </a:rPr>
              <a:t>Results/ Discussion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BB86F3F-B288-DB7D-A4E8-C412223817F5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5F8D168-BC77-29CF-590A-F6298A54B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98F314E8-759E-B0A9-A080-68DFFAE2959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EF6B8696-24B7-DD2A-A15A-0DEA1B4235F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7169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59F4-1DC7-63BA-822C-9A7799B7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B0CB5A-DA18-FA42-4504-386E36EF2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210282"/>
            <a:ext cx="12092504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 algn="l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</a:t>
            </a:r>
            <a:r>
              <a:rPr lang="en-US" b="1" spc="-10" dirty="0">
                <a:solidFill>
                  <a:srgbClr val="FFFFFF"/>
                </a:solidFill>
              </a:rPr>
              <a:t>Conclusion/ Future Work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98A213D-1BCC-6848-38EA-DDD6DFD1C3CB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096C4DC-2EBF-D72E-C13B-B7B59582C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A49B006C-9DB3-9B9F-7D93-B51DEFE3722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6293A255-7C83-F4C8-37D3-18E9AE2464F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71122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EE041-EC75-8B5C-D097-4390D4BFA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D48CDC-BE23-020C-9DA1-1BAC4E0649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426940"/>
            <a:ext cx="11050269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8975" algn="ctr">
              <a:lnSpc>
                <a:spcPct val="100000"/>
              </a:lnSpc>
              <a:spcBef>
                <a:spcPts val="100"/>
              </a:spcBef>
            </a:pPr>
            <a:r>
              <a:rPr lang="en-US" b="1" spc="-10" dirty="0">
                <a:solidFill>
                  <a:srgbClr val="FFFFFF"/>
                </a:solidFill>
              </a:rPr>
              <a:t>References</a:t>
            </a:r>
            <a:endParaRPr spc="-1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1CDFE39-82BE-CC52-70F4-ADD62A095B35}"/>
              </a:ext>
            </a:extLst>
          </p:cNvPr>
          <p:cNvSpPr/>
          <p:nvPr/>
        </p:nvSpPr>
        <p:spPr>
          <a:xfrm>
            <a:off x="0" y="9654192"/>
            <a:ext cx="18267680" cy="633095"/>
          </a:xfrm>
          <a:custGeom>
            <a:avLst/>
            <a:gdLst/>
            <a:ahLst/>
            <a:cxnLst/>
            <a:rect l="l" t="t" r="r" b="b"/>
            <a:pathLst>
              <a:path w="18267680" h="633095">
                <a:moveTo>
                  <a:pt x="0" y="0"/>
                </a:moveTo>
                <a:lnTo>
                  <a:pt x="18267326" y="0"/>
                </a:lnTo>
                <a:lnTo>
                  <a:pt x="18267326" y="632806"/>
                </a:lnTo>
                <a:lnTo>
                  <a:pt x="0" y="632806"/>
                </a:lnTo>
                <a:lnTo>
                  <a:pt x="0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4F24449-161B-943D-5256-496B0D955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bject 8">
            <a:extLst>
              <a:ext uri="{FF2B5EF4-FFF2-40B4-BE49-F238E27FC236}">
                <a16:creationId xmlns:a16="http://schemas.microsoft.com/office/drawing/2014/main" id="{40FAB8AD-6278-1759-3E0D-574EAB3D621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3F61C239-3E4D-51A5-FA9D-5C383839A89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6453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66890" y="3427186"/>
            <a:ext cx="775271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69510" algn="l"/>
              </a:tabLst>
            </a:pPr>
            <a:r>
              <a:rPr sz="14400" i="1" spc="-10" dirty="0">
                <a:latin typeface="Calibri"/>
                <a:cs typeface="Calibri"/>
              </a:rPr>
              <a:t>Thank</a:t>
            </a:r>
            <a:r>
              <a:rPr sz="14400" i="1" dirty="0">
                <a:latin typeface="Calibri"/>
                <a:cs typeface="Calibri"/>
              </a:rPr>
              <a:t>	</a:t>
            </a:r>
            <a:r>
              <a:rPr sz="14400" i="1" spc="-25" dirty="0">
                <a:latin typeface="Calibri"/>
                <a:cs typeface="Calibri"/>
              </a:rPr>
              <a:t>You</a:t>
            </a:r>
            <a:endParaRPr sz="14400">
              <a:latin typeface="Calibri"/>
              <a:cs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D5B66CD-83D8-376C-2E68-96361F845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12" y="87852"/>
            <a:ext cx="1654988" cy="164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bject 8">
            <a:extLst>
              <a:ext uri="{FF2B5EF4-FFF2-40B4-BE49-F238E27FC236}">
                <a16:creationId xmlns:a16="http://schemas.microsoft.com/office/drawing/2014/main" id="{2A8B24D2-966C-446D-6A33-2B5FD629D1D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1604078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7CEFBD0C-CCC5-7CD8-A0D6-1C54EAD8111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609600" y="9716549"/>
            <a:ext cx="5335508" cy="448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(BCS-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06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322</Words>
  <Application>Microsoft Office PowerPoint</Application>
  <PresentationFormat>Custom</PresentationFormat>
  <Paragraphs>78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Black</vt:lpstr>
      <vt:lpstr>Calibri</vt:lpstr>
      <vt:lpstr>Tahoma</vt:lpstr>
      <vt:lpstr>Times New Roman</vt:lpstr>
      <vt:lpstr>Wingdings</vt:lpstr>
      <vt:lpstr>Office Theme</vt:lpstr>
      <vt:lpstr>PowerPoint Presentation</vt:lpstr>
      <vt:lpstr>Mini Project (BCS- 752)</vt:lpstr>
      <vt:lpstr>Introduction</vt:lpstr>
      <vt:lpstr>Literature Survey</vt:lpstr>
      <vt:lpstr>Problem Formulation</vt:lpstr>
      <vt:lpstr>Objectives</vt:lpstr>
      <vt:lpstr>Methodology/ System Design/ Architecture</vt:lpstr>
      <vt:lpstr>             Implementation</vt:lpstr>
      <vt:lpstr>             Results/ Discussion</vt:lpstr>
      <vt:lpstr>             Conclusion/ 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Presentation On Project Title Name Submitted by &lt;NAME&gt; &lt;Roll No:&gt; &lt;NAME&gt; &lt;Roll No:&gt; &lt;NAME&gt; &lt;Roll No:&gt; Under the Supervision of Project Guide (Designation) Galgotias College of Engineering &amp; Technology Greater Noida, Uttar Pradesh</dc:title>
  <dc:creator>anjali pandey</dc:creator>
  <cp:keywords>DAG1yZ_u9xI,BAGRR57OpLo,0</cp:keywords>
  <cp:lastModifiedBy>DELL</cp:lastModifiedBy>
  <cp:revision>11</cp:revision>
  <dcterms:created xsi:type="dcterms:W3CDTF">2025-10-15T16:10:22Z</dcterms:created>
  <dcterms:modified xsi:type="dcterms:W3CDTF">2026-10-28T07:32:36Z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2025-10-15T00:00:00Z</vt:filetime>
  </property>
  <property fmtid="{D5CDD505-2E9C-101B-9397-08002B2CF9AE}" pid="3" name="Creator">
    <vt:lpwstr>Canva</vt:lpwstr>
  </property>
  <property fmtid="{D5CDD505-2E9C-101B-9397-08002B2CF9AE}" pid="4" name="LastSaved">
    <vt:filetime>2025-10-15T00:00:00Z</vt:filetime>
  </property>
  <property fmtid="{D5CDD505-2E9C-101B-9397-08002B2CF9AE}" pid="5" name="Producer">
    <vt:lpwstr>Canva</vt:lpwstr>
  </property>
</Properties>
</file>